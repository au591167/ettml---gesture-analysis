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70583-1BAB-7EC7-BA40-C419D3F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E715905-EBE0-73DE-2CEB-3FECA1CC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E98D8A0-5ABF-C8F1-08E9-70479C3A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BFD0797-91C8-7F3B-934A-7D309BB3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88560E8-96AC-B9FA-015B-B5017DBC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073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90524-5CC8-C937-3602-FE6B793A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6285D8-08B2-DD18-E26F-F90F8950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295AA3-533D-9739-8F64-0289D159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3C34F7-BEDE-D373-4EF0-54A730D7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3005E7-B78D-645C-B95B-ABA3FE1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9333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2B502-C289-C643-D2D5-764E0D9D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B211B0-E8CB-B855-A7BB-DB8C5EC1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8E4565-CDC5-31DC-2B74-6398C647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D6816D7-A17B-78E4-A3FF-0A76C8E4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7A10F0-94DB-27BF-456C-7F5E8C13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919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9E7ED2-5C5B-B6A2-0B09-043F31AD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EB4886-6CD9-7309-34F7-5F4610631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6C72CD5-66C1-D678-00A6-59E1D5E1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D140A39-EBD7-BD1A-1E75-073D50C9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B387E93-DE39-AD45-6C60-108D90F5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B9123F7-E9F0-D2E4-EF13-9E431FB7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8019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6103A-CA25-5293-482B-F5AF13CC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5983F2F-39D3-DDE3-6A40-086BDE67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69A8F42-691D-10EC-0A43-C1ED8DF6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E849A1E-D9E9-787B-F8E7-F464BE14C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FC90DCD-0B20-8B13-EFA4-DDE4EC3F5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5C814AE-B5D8-9C4B-0F10-84F4A8FB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F0E7AB9-00EA-A771-7402-CABE7645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4E420519-4966-27B2-12D4-EC60265D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926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895E8-BDB4-0C9E-D9E2-0152B53F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F067916-37CD-4118-7E31-3283FC58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7CA0635-BAE1-6CE5-EB46-4495DAD7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998DF62-4552-EBE8-BA77-4E91437D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1683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D2AD7FD-71F4-2DCD-DC96-2719A708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F3451F7-7E68-C831-0F23-952A9F2D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E2EC59-52BD-EE2A-A1CD-5090C0C8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670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A03C99-7BED-E4F0-587F-DFD05AAF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1EBFDF7-6036-E964-5550-1279F18A4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E7713E6-DE4B-4DC8-B653-EAFBBF033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036E039-0647-5AB2-CA1F-5500A94C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9B607A4-F363-F998-CAF0-70CD38C9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BBC4576-8634-C60B-3002-38F1DD21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490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A51EE-3443-5B5D-A307-9F9C2801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F7A609F-CBE5-79BA-58AF-DE086E5F0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6F37F4F-CAF9-EED6-4963-39E916D7A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65B475-9952-F03A-1CDB-44A6D4E3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5230A34-2283-BC29-FE9D-38A0A7BB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9DEF61D-A2BF-01DF-873E-359D7FFF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561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0E3D30-B5C8-0B80-8D7E-E5328349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FE0193C-F4A1-D5B0-8E60-178EB0DB6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5E5A582-D0F1-D420-5B5D-91D66A1C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5823796-D15A-4628-1BE5-8B925CFB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64446D8-F079-9891-3FB3-65534F42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9951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ECA5449-0557-CAA1-00B6-841B8AB1C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0952F36-EBA4-4F37-B794-C57351E5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9B79321-4AA8-F384-DB8F-BCE22A59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97033DF-F1BC-2794-54E8-4C0698B8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3A730A-A991-7864-016C-05EA6265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511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35CAFD3-9680-DC48-72DB-F92DD05A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0D33825-800E-B31E-F978-3F75F68A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5DB3B5D-F5EC-2C79-BF55-30FB08DEB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EC617CD-193C-BF57-3176-CEE692B84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3891A09-F418-AFC0-2E6D-3AE910F15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516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DCF52-924F-E170-7356-05AB5A5F4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Tiny Machine Learning</a:t>
            </a:r>
            <a:endParaRPr lang="en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E1C6385-044A-1EA4-5935-0E1744DBB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Eksamenspræsentation</a:t>
            </a:r>
            <a:endParaRPr lang="en-US" dirty="0"/>
          </a:p>
          <a:p>
            <a:r>
              <a:rPr lang="en-US" dirty="0"/>
              <a:t>Erik Kjær Klint</a:t>
            </a:r>
          </a:p>
          <a:p>
            <a:r>
              <a:rPr lang="en-US" dirty="0"/>
              <a:t>201704536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15634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B30C2-7E7D-A3A2-2AF6-6732023B9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9B5EAB5-BD34-33A8-DB1D-D661FBCB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Projekt </a:t>
            </a:r>
            <a:r>
              <a:rPr lang="en-US" dirty="0" err="1"/>
              <a:t>introduktion</a:t>
            </a:r>
            <a:endParaRPr lang="en-US" dirty="0"/>
          </a:p>
          <a:p>
            <a:r>
              <a:rPr lang="en-US" dirty="0"/>
              <a:t>Demo</a:t>
            </a:r>
          </a:p>
          <a:p>
            <a:r>
              <a:rPr lang="en-US" dirty="0"/>
              <a:t>Hardware (ADXL343)</a:t>
            </a:r>
          </a:p>
          <a:p>
            <a:r>
              <a:rPr lang="en-US" dirty="0"/>
              <a:t>Samlet pipeline for </a:t>
            </a:r>
            <a:r>
              <a:rPr lang="en-US" dirty="0" err="1"/>
              <a:t>systemet</a:t>
            </a:r>
            <a:endParaRPr lang="en-US" dirty="0"/>
          </a:p>
          <a:p>
            <a:r>
              <a:rPr lang="en-US" dirty="0" err="1"/>
              <a:t>Dataindsamling</a:t>
            </a:r>
            <a:endParaRPr lang="en-US" dirty="0"/>
          </a:p>
          <a:p>
            <a:r>
              <a:rPr lang="en-US" dirty="0" err="1"/>
              <a:t>Datasæt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kvalitetskontrol</a:t>
            </a:r>
            <a:endParaRPr lang="en-US" dirty="0"/>
          </a:p>
          <a:p>
            <a:r>
              <a:rPr lang="en-US" dirty="0"/>
              <a:t>Fra </a:t>
            </a:r>
            <a:r>
              <a:rPr lang="en-US" dirty="0" err="1"/>
              <a:t>tidsserie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28 features</a:t>
            </a:r>
          </a:p>
          <a:p>
            <a:r>
              <a:rPr lang="en-DK" dirty="0" err="1"/>
              <a:t>Skalering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neural model</a:t>
            </a:r>
            <a:endParaRPr lang="en-US" dirty="0"/>
          </a:p>
          <a:p>
            <a:r>
              <a:rPr lang="en-DK" dirty="0" err="1"/>
              <a:t>Træning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evaluering</a:t>
            </a:r>
            <a:endParaRPr lang="en-US" dirty="0"/>
          </a:p>
          <a:p>
            <a:r>
              <a:rPr lang="en-DK" dirty="0"/>
              <a:t>Deployment </a:t>
            </a:r>
            <a:r>
              <a:rPr lang="en-DK" dirty="0" err="1"/>
              <a:t>på</a:t>
            </a:r>
            <a:r>
              <a:rPr lang="en-DK" dirty="0"/>
              <a:t> Photon 2</a:t>
            </a:r>
            <a:endParaRPr lang="en-US" dirty="0"/>
          </a:p>
          <a:p>
            <a:r>
              <a:rPr lang="en-DK" dirty="0" err="1"/>
              <a:t>Resultater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760B3-6044-9333-226E-50E134A2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</a:t>
            </a:r>
            <a:r>
              <a:rPr lang="en-US" dirty="0" err="1"/>
              <a:t>introduktion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BA5CEB-B754-0155-8A1A-393A9EC2E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9925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98E93-3983-691D-1E14-3C435631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F8D703-173B-0E6E-7EEC-C3B886A75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8084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4C296-1C1E-9602-1EE0-670B731B3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(ADXL343)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7D56FB-2E48-04AC-10D6-B575988F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3902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7CD2A-2C4C-B318-3411-B9A95771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Samlet pipeline for </a:t>
            </a:r>
            <a:r>
              <a:rPr lang="en-US" dirty="0" err="1"/>
              <a:t>systemet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BFAC47-918D-B5B0-716C-E03CA484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0572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4E53F-0116-02C7-388B-54BE1EBF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Dataindsamling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85A0A3-E7CF-E6A3-2E54-A9E1DAAF7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4147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BBEC2-F84A-1517-037C-8085419B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Datasæt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kvalitetskontrol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4DDD04-5632-EAAA-D5D4-3BEBD8027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22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26F60-3816-8451-8D66-4DD49A3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 </a:t>
            </a:r>
            <a:r>
              <a:rPr lang="en-US" dirty="0" err="1"/>
              <a:t>tidsserie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28 features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CA4B3C-88A3-68A5-8A93-33C8C23B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5056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D137D-F4DD-78B0-D309-034C636E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/>
              <a:t>Skalering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neural model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17B498-FABC-E692-A902-9F7E70E18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85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03AFE-7FA5-FE18-2A4F-D55FB301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/>
              <a:t>Træning</a:t>
            </a:r>
            <a:r>
              <a:rPr lang="en-DK" dirty="0"/>
              <a:t> </a:t>
            </a:r>
            <a:r>
              <a:rPr lang="en-DK" dirty="0" err="1"/>
              <a:t>og</a:t>
            </a:r>
            <a:r>
              <a:rPr lang="en-DK" dirty="0"/>
              <a:t> </a:t>
            </a:r>
            <a:r>
              <a:rPr lang="en-DK" dirty="0" err="1"/>
              <a:t>evaluering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122E81-96C8-98B7-8095-F484A1DEA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832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E09BCD-E3EB-55A5-EED2-731D4DB01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Deployment </a:t>
            </a:r>
            <a:r>
              <a:rPr lang="en-DK" dirty="0" err="1"/>
              <a:t>på</a:t>
            </a:r>
            <a:r>
              <a:rPr lang="en-DK" dirty="0"/>
              <a:t> Photon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65EBA7-BA3B-8A6F-9406-0D39216CE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796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A2CF5-47B1-A7AA-633F-9BAD3BBC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 err="1"/>
              <a:t>Resultater</a:t>
            </a:r>
            <a:endParaRPr lang="en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632DD1-049B-8842-ABFC-534869224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626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Office-tema</vt:lpstr>
      <vt:lpstr>Tiny Machine Learning</vt:lpstr>
      <vt:lpstr>Agenda</vt:lpstr>
      <vt:lpstr>Projekt introduktion</vt:lpstr>
      <vt:lpstr>Demo</vt:lpstr>
      <vt:lpstr>Hardware (ADXL343)</vt:lpstr>
      <vt:lpstr>Samlet pipeline for systemet</vt:lpstr>
      <vt:lpstr>Dataindsamling</vt:lpstr>
      <vt:lpstr>Datasæt og kvalitetskontrol</vt:lpstr>
      <vt:lpstr>Fra tidsserie til 28 features</vt:lpstr>
      <vt:lpstr>Skalering og neural model</vt:lpstr>
      <vt:lpstr>Træning og evaluering</vt:lpstr>
      <vt:lpstr>Deployment på Photon 2</vt:lpstr>
      <vt:lpstr>Resultater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Kjær Klint</dc:creator>
  <cp:lastModifiedBy>Erik Kjær Klint</cp:lastModifiedBy>
  <cp:revision>1</cp:revision>
  <dcterms:created xsi:type="dcterms:W3CDTF">2026-08-16T19:51:19Z</dcterms:created>
  <dcterms:modified xsi:type="dcterms:W3CDTF">2026-08-16T19:51:19Z</dcterms:modified>
</cp:coreProperties>
</file>